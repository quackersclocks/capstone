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2" r:id="rId9"/>
    <p:sldId id="261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D0C2-F335-98FA-BB7A-D07E8D5A9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013B2-669F-60FD-C9FF-6F8C8BD7D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F75F6-0BEE-679D-CE12-F939227D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4914-647E-A90D-A89F-CDAE3EE5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75BB5-3E77-2495-E5B2-25C2346B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80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C71A-5C33-68AD-9539-2A1A0129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57A0-8A07-393A-8618-0EF6D3ED9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F3CE7-C342-33B0-EA97-C6AF1AC6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A4BB3-AFCE-9E82-6588-277ACB1C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E8C6-EAFB-64C8-5983-D9BE580F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3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EC96-C82C-FB14-88B5-7501F97A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1A185-4F33-42C8-6F49-DF96462D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98BF5-0119-B816-B542-9C6FABD2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B9894-2F5A-B3AF-EA53-F8EDDB22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AEC23-5956-121D-269B-21F745B2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77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04EB-A258-45C8-36D2-AFA24BC3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FE74-3FC0-7BC2-8099-B444DF28F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18D98-FB5D-6C04-C47F-1CE17F314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BB47C-8830-2A18-16B8-16241DDB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EB17-EBC9-5DF0-88F5-9BCA8917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45410-B033-94FD-9C06-3D8955BB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5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AA3C-3298-F159-DBFD-039DAF87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722F-6544-303C-275C-23E0BFC51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84E8F-4AC8-E728-CEC3-06572DF4E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80EDC-7EA0-E9F6-5583-CE88E981D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0AE30-E79A-7BE0-8CF7-26E1B9163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1D670-3549-4800-9327-6200084A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EBB0C-1F8B-2068-2081-A7B9FA91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C212F-954B-EAD8-9D1E-44AF1247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24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C7D0-953D-A92E-D26F-03DC997E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28D61-4016-4B27-6B2C-C0A3BE67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FC3E4-0AAA-8C40-37F9-6B58889B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B9C40-2944-2DC7-A10D-5D6447C3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4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3203B-07DD-01EB-AC5E-72BDF326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700CA-4083-DA6D-C291-859EA3F3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8580D-0E14-FEAE-8D5D-45A77632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4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D109-2428-58B8-7D4A-67246DCA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DA973-DB94-12AC-54AD-F697ABF03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1C27E-C503-32F4-B931-587BBC61C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46BEF-82DA-F7AF-F224-2E3C2445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5944-268B-40F9-8768-0EDFB517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77568-E588-8491-2E5D-D2F7E7F2D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3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3DC8-C3B5-9643-C137-D966EB7D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D3A0E-A900-86C5-6411-7A39E772D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2832D-1BE1-094E-F3BF-1490160BB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4C243-94BB-02E3-1993-2E1A9375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6F59B-20C5-886F-0D2C-A8FB3443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551F6-C4AE-8EBA-6BB2-EBD14763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91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7CBB-5520-2DD3-8FA7-F583E254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C6492-EEDD-4834-6B55-27E04BD4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9926B-9007-5B8B-7000-706A677A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E5298-5F2B-02AB-FEF1-5496B0E7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63676-E5C8-66D1-6A7D-02BAB73E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0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ADF5A-D120-9112-9C47-3B09ACE4C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01F52-2E61-C7A6-46A1-82D91BF96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F066-EF90-6683-E0AF-547EBC3F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4453-45E5-32C1-909F-179F8592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1107-68D4-F22C-8FCE-277F739A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18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C6742-6779-B224-FAD3-363B8E43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DF3C8-5D96-3523-086F-41160FD6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1F21E-5E4D-C608-048C-9DA90E2A8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2FA1B-156A-4D41-A8B6-8A548C7DD6B7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67317-9933-3C58-2F98-47C73F88F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7CB4-673D-DCF4-AFA9-A201A6960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3FE33-840C-4A07-8EEA-3C3E7C86E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38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resthajain/shopping-trends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6F01-2C57-1220-E17D-1795B93F7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en-US" sz="4300" dirty="0">
                <a:solidFill>
                  <a:srgbClr val="0F2B5B"/>
                </a:solidFill>
              </a:rPr>
              <a:t>Transforming Business Operations Through AI: A Framework for Effective Integration</a:t>
            </a:r>
            <a:endParaRPr lang="en-US" sz="4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B4BE9-66B4-ADE4-1517-436000C991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Alex Brogan</a:t>
            </a:r>
          </a:p>
        </p:txBody>
      </p:sp>
    </p:spTree>
    <p:extLst>
      <p:ext uri="{BB962C8B-B14F-4D97-AF65-F5344CB8AC3E}">
        <p14:creationId xmlns:p14="http://schemas.microsoft.com/office/powerpoint/2010/main" val="373326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A5C1-F8B5-26C1-CDF5-1F370E13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5A28-E0EE-588F-17D4-01AB720E6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52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AI enhances business efficiency, decision-making, and customer engagement.</a:t>
            </a:r>
          </a:p>
          <a:p>
            <a:r>
              <a:rPr lang="en-US" dirty="0"/>
              <a:t>The study examines AI applications in automation, data analytics, and strategic decision-making.</a:t>
            </a:r>
          </a:p>
          <a:p>
            <a:r>
              <a:rPr lang="en-US" dirty="0"/>
              <a:t>Key benefits include increased productivity, cost reduction, and improved customer experiences.</a:t>
            </a:r>
          </a:p>
          <a:p>
            <a:r>
              <a:rPr lang="en-US" dirty="0"/>
              <a:t>Challenges such as ethical concerns, implementation barriers, and workforce adaptation are addressed.</a:t>
            </a:r>
          </a:p>
          <a:p>
            <a:r>
              <a:rPr lang="en-US" dirty="0"/>
              <a:t>Real-world AI influence examples are included, utilizing the purchase likelihood data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0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2829-3185-90AC-6E16-D1FB9356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C479-85EF-E8B9-31B6-D5FD763E6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 has evolved into a transformative force, helping businesses optimize operations, improve decision-making, and enhance customer experiences.</a:t>
            </a:r>
          </a:p>
          <a:p>
            <a:r>
              <a:rPr lang="en-US" dirty="0"/>
              <a:t>The project examines AI’s impact on efficiency, cost reduction, and innovation through case studies and real-world applications.AI adoption could boost global GDP by up to $13 trillion by 2030, with productivity gains of up to 40% in some industries.</a:t>
            </a:r>
          </a:p>
          <a:p>
            <a:r>
              <a:rPr lang="en-US" dirty="0"/>
              <a:t>Challenges include ethical concerns, workforce displacement, and data privacy issues, with many businesses struggling to implement AI effectively.</a:t>
            </a:r>
          </a:p>
        </p:txBody>
      </p:sp>
    </p:spTree>
    <p:extLst>
      <p:ext uri="{BB962C8B-B14F-4D97-AF65-F5344CB8AC3E}">
        <p14:creationId xmlns:p14="http://schemas.microsoft.com/office/powerpoint/2010/main" val="317205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81BF-63BF-D0B0-EED1-AA6351E3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Theory/Method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884C-93E6-321B-25DD-40AE6338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project applies machine learning (ML) for business decision-making, focusing on predictive analytics and automation.</a:t>
            </a:r>
          </a:p>
          <a:p>
            <a:r>
              <a:rPr lang="en-US" dirty="0"/>
              <a:t>Models such as Logistic Regression, Random Forest, and Neural Networks are used to forecast customer purchase likelihood.</a:t>
            </a:r>
          </a:p>
          <a:p>
            <a:r>
              <a:rPr lang="en-US" dirty="0"/>
              <a:t>Implementation is done in Python with TensorFlow, PyTorch, and Scikit-learn, while Pandas and NumPy handle data processing.</a:t>
            </a:r>
          </a:p>
          <a:p>
            <a:r>
              <a:rPr lang="en-US" dirty="0"/>
              <a:t>Performance evaluation metrics include accuracy, precision, recall, and F1-score, with deployment using Flask or FastAPI.</a:t>
            </a:r>
          </a:p>
          <a:p>
            <a:r>
              <a:rPr lang="en-US" dirty="0"/>
              <a:t>A logistic regression model is used to predict purchase likelihood, with visualizations demonstrating AI’s impact on business strategy.</a:t>
            </a:r>
          </a:p>
        </p:txBody>
      </p:sp>
    </p:spTree>
    <p:extLst>
      <p:ext uri="{BB962C8B-B14F-4D97-AF65-F5344CB8AC3E}">
        <p14:creationId xmlns:p14="http://schemas.microsoft.com/office/powerpoint/2010/main" val="217750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4890-C834-C173-CB72-7414A7D4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Theory/Method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72FF-457D-B610-A677-A691DC063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Random Forest Regressor training model was run 3 times successfully. </a:t>
            </a:r>
          </a:p>
          <a:p>
            <a:pPr lvl="1"/>
            <a:r>
              <a:rPr lang="en-US" dirty="0"/>
              <a:t>Calculation errors were larger than predicted</a:t>
            </a:r>
          </a:p>
          <a:p>
            <a:pPr lvl="1"/>
            <a:r>
              <a:rPr lang="en-US" dirty="0"/>
              <a:t>The variance did not mirror what the training model demonstrated</a:t>
            </a:r>
          </a:p>
          <a:p>
            <a:pPr lvl="1"/>
            <a:r>
              <a:rPr lang="en-US" dirty="0"/>
              <a:t>The model was performing worse than simply predicting the mean of the target, just like if a bot was going to predict purchase amounts versus an actual person.</a:t>
            </a:r>
          </a:p>
          <a:p>
            <a:r>
              <a:rPr lang="en-US" dirty="0"/>
              <a:t>Next, the Random Forest Classifier model was used. </a:t>
            </a:r>
          </a:p>
          <a:p>
            <a:pPr lvl="1"/>
            <a:r>
              <a:rPr lang="en-US" dirty="0"/>
              <a:t>My programmed code verified that the model was trained and ready for testing.</a:t>
            </a:r>
          </a:p>
          <a:p>
            <a:pPr lvl="1"/>
            <a:r>
              <a:rPr lang="en-US" dirty="0"/>
              <a:t>Like the previous model, 3 tests were completed on 3 separate training/testing data splits.</a:t>
            </a:r>
          </a:p>
          <a:p>
            <a:pPr lvl="1"/>
            <a:r>
              <a:rPr lang="en-US" dirty="0"/>
              <a:t>Every test produced the same result of 100%, which means that the model accurately classifies purchase likelihoods for all entries.</a:t>
            </a:r>
          </a:p>
          <a:p>
            <a:r>
              <a:rPr lang="en-US" dirty="0"/>
              <a:t>A 100% accuracy could be considered unrealistic and could be a sign of overfitting. </a:t>
            </a:r>
          </a:p>
          <a:p>
            <a:pPr lvl="1"/>
            <a:r>
              <a:rPr lang="en-US" dirty="0"/>
              <a:t>Trials were re-run 3 additional times.</a:t>
            </a:r>
          </a:p>
          <a:p>
            <a:pPr lvl="1"/>
            <a:r>
              <a:rPr lang="en-US" dirty="0"/>
              <a:t>There were different splits each time, yet the result stayed the same.</a:t>
            </a:r>
          </a:p>
        </p:txBody>
      </p:sp>
    </p:spTree>
    <p:extLst>
      <p:ext uri="{BB962C8B-B14F-4D97-AF65-F5344CB8AC3E}">
        <p14:creationId xmlns:p14="http://schemas.microsoft.com/office/powerpoint/2010/main" val="69427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B3C7-4C03-DD4D-9FB1-C0B9DBC7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202E-0E9C-D5BE-D0DF-A5968B764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931"/>
            <a:ext cx="10515600" cy="479603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 integration enhances business decision-making, automation, and efficiency through machine learning models.</a:t>
            </a:r>
          </a:p>
          <a:p>
            <a:r>
              <a:rPr lang="en-US" dirty="0"/>
              <a:t>Predictive models like logistic regression, random forests, and neural networks improve forecasting accuracy and optimize operations.</a:t>
            </a:r>
          </a:p>
          <a:p>
            <a:r>
              <a:rPr lang="en-US" dirty="0"/>
              <a:t>Challenges included data preprocessing, model fine-tuning, and hyperparameter selection, which significantly impacted performance.</a:t>
            </a:r>
          </a:p>
          <a:p>
            <a:r>
              <a:rPr lang="en-US" dirty="0"/>
              <a:t>Purchase likelihood, based on model calculations on price points, effects multiple departments:</a:t>
            </a:r>
          </a:p>
          <a:p>
            <a:pPr lvl="1"/>
            <a:r>
              <a:rPr lang="en-US" dirty="0"/>
              <a:t>Marketing sets price, runs promotions, drives sales</a:t>
            </a:r>
          </a:p>
          <a:p>
            <a:pPr lvl="1"/>
            <a:r>
              <a:rPr lang="en-US" dirty="0"/>
              <a:t>Research and Development tailors products, utilizes feedback for planning and brainstorming</a:t>
            </a:r>
          </a:p>
          <a:p>
            <a:pPr lvl="1"/>
            <a:r>
              <a:rPr lang="en-US" dirty="0"/>
              <a:t>Forecasting is more accurate</a:t>
            </a:r>
          </a:p>
          <a:p>
            <a:pPr lvl="1"/>
            <a:r>
              <a:rPr lang="en-US" dirty="0"/>
              <a:t>Automation and repetitive tasks free up time and save money with greater accuracy</a:t>
            </a:r>
          </a:p>
          <a:p>
            <a:r>
              <a:rPr lang="en-US" dirty="0"/>
              <a:t>Future improvements could involve deep learning, real-time AI decision systems, and reinforcement learning for adaptive strategies.</a:t>
            </a:r>
          </a:p>
          <a:p>
            <a:r>
              <a:rPr lang="en-US" dirty="0"/>
              <a:t>The project confirms AI’s transformative potential in business, offering data-driven solutions despite implementation challenges.</a:t>
            </a:r>
          </a:p>
        </p:txBody>
      </p:sp>
    </p:spTree>
    <p:extLst>
      <p:ext uri="{BB962C8B-B14F-4D97-AF65-F5344CB8AC3E}">
        <p14:creationId xmlns:p14="http://schemas.microsoft.com/office/powerpoint/2010/main" val="323872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2D36-1BB1-CE04-6290-20AF5886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07EB8-33AC-801B-9E04-AFDF1470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Jain, Srestha. Shopping Trends Dataset. Kaggle, </a:t>
            </a:r>
            <a:r>
              <a:rPr lang="en-US" dirty="0">
                <a:hlinkClick r:id="rId2"/>
              </a:rPr>
              <a:t>https://www.kaggle.com/datasets/sresthajain/shopping-trends-dataset</a:t>
            </a:r>
            <a:r>
              <a:rPr lang="en-US" dirty="0"/>
              <a:t>.</a:t>
            </a:r>
          </a:p>
          <a:p>
            <a:r>
              <a:rPr lang="en-US" dirty="0"/>
              <a:t>Manyika, J., et al. (2018). "Notes from the AI frontier: Modeling the impact of AI on the world economy." McKinsey Global Institute.</a:t>
            </a:r>
          </a:p>
          <a:p>
            <a:r>
              <a:rPr lang="en-US" dirty="0"/>
              <a:t>PwC. (2020). "AI predictions: What’s next for AI and business?"</a:t>
            </a:r>
          </a:p>
        </p:txBody>
      </p:sp>
    </p:spTree>
    <p:extLst>
      <p:ext uri="{BB962C8B-B14F-4D97-AF65-F5344CB8AC3E}">
        <p14:creationId xmlns:p14="http://schemas.microsoft.com/office/powerpoint/2010/main" val="379258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C76CA885C7C449B8FD59E0C2FD8B5A" ma:contentTypeVersion="6" ma:contentTypeDescription="Create a new document." ma:contentTypeScope="" ma:versionID="a8d4e639dae14ae95ccdc01cc13248e0">
  <xsd:schema xmlns:xsd="http://www.w3.org/2001/XMLSchema" xmlns:xs="http://www.w3.org/2001/XMLSchema" xmlns:p="http://schemas.microsoft.com/office/2006/metadata/properties" xmlns:ns3="82dd57da-efb2-43f3-a33b-8d227c85b0e5" targetNamespace="http://schemas.microsoft.com/office/2006/metadata/properties" ma:root="true" ma:fieldsID="e1232fcce0410d2ed757774380f5cd81" ns3:_="">
    <xsd:import namespace="82dd57da-efb2-43f3-a33b-8d227c85b0e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dd57da-efb2-43f3-a33b-8d227c85b0e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dd57da-efb2-43f3-a33b-8d227c85b0e5" xsi:nil="true"/>
  </documentManagement>
</p:properties>
</file>

<file path=customXml/itemProps1.xml><?xml version="1.0" encoding="utf-8"?>
<ds:datastoreItem xmlns:ds="http://schemas.openxmlformats.org/officeDocument/2006/customXml" ds:itemID="{F3C831B2-CE38-4438-AC33-C8ACE5487B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dd57da-efb2-43f3-a33b-8d227c85b0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001123-5FF9-489D-8E05-6FBD6AB3A8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7ACF2E-F026-4096-8914-522037B71B60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82dd57da-efb2-43f3-a33b-8d227c85b0e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13351</TotalTime>
  <Words>654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Transforming Business Operations Through AI: A Framework for Effective Integration</vt:lpstr>
      <vt:lpstr>Abstract</vt:lpstr>
      <vt:lpstr>Introduction</vt:lpstr>
      <vt:lpstr>Theory/Method</vt:lpstr>
      <vt:lpstr>Theory/Method (cont.)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Transforming Business Operations Through AI: A Framework for Effective Integration</dc:title>
  <dc:creator>Brogan, Alexander R.</dc:creator>
  <cp:lastModifiedBy>Brogan, Alexander R.</cp:lastModifiedBy>
  <cp:revision>3</cp:revision>
  <dcterms:created xsi:type="dcterms:W3CDTF">2025-03-21T18:37:10Z</dcterms:created>
  <dcterms:modified xsi:type="dcterms:W3CDTF">2025-03-31T01:08:53Z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0x01010039C76CA885C7C449B8FD59E0C2FD8B5A</vt:lpwstr>
  </property>
</Properties>
</file>